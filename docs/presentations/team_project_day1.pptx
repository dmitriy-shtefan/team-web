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5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73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132320" y="182880"/>
            <a:ext cx="2743200" cy="27432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Командний проєкт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веб-розробки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Організація роботи · Цілі · Планування · Критерії оцінювання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</a:rPr>
              <a:t>Web Development · Командна розробка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потрібен цей проєкт?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91440" cy="1554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84632" y="11247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Командна розробка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" y="15087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спільної роботи над реальним завданням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66BB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91440" cy="155448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73752" y="11247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Реальне завдання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3752" y="15087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Робота з наближеним до реального програмним продуктом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411480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91440" cy="155448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4632" y="29077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Планування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" y="32918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задач, узгодження ролей та відповідальності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411480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FF8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91440" cy="1554480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873752" y="29077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Презентація результату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73752" y="32918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Підготовка до роботи над програмним продуктом у команді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Цілі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командного проєкту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58368" cy="7498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00584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Навчитися організовувати роботу в команді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74980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658368" cy="7498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196596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Розбити ідею на конкретні задачі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74980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658368" cy="74980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92608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Узгодити ролі, відповідальність та очікування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8412480" cy="74980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658368" cy="74980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388620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мінімальний робочий результат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роботи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868680"/>
            <a:ext cx="2194560" cy="219456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474720" y="1051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</a:rPr>
              <a:t>4 × 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60320" y="2286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команди по 2 студенти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3017520"/>
            <a:ext cx="4114800" cy="804672"/>
          </a:xfrm>
          <a:prstGeom prst="rect">
            <a:avLst/>
          </a:prstGeom>
          <a:solidFill>
            <a:srgbClr val="16203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84632" y="309067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Один спільний проєкт для кожної команди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4069080"/>
            <a:ext cx="4114800" cy="804672"/>
          </a:xfrm>
          <a:prstGeom prst="rect">
            <a:avLst/>
          </a:prstGeom>
          <a:solidFill>
            <a:srgbClr val="162030"/>
          </a:solidFill>
          <a:ln w="12700">
            <a:solidFill>
              <a:srgbClr val="66BB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4632" y="414223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Частина роботи виконується на занятті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3017520"/>
            <a:ext cx="4114800" cy="804672"/>
          </a:xfrm>
          <a:prstGeom prst="rect">
            <a:avLst/>
          </a:prstGeom>
          <a:solidFill>
            <a:srgbClr val="162030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873752" y="309067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Частину задач можна завершити між заняттями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4069080"/>
            <a:ext cx="4114800" cy="804672"/>
          </a:xfrm>
          <a:prstGeom prst="rect">
            <a:avLst/>
          </a:prstGeom>
          <a:solidFill>
            <a:srgbClr val="162030"/>
          </a:solidFill>
          <a:ln w="12700">
            <a:solidFill>
              <a:srgbClr val="FF8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73752" y="414223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Наприкінці кожного заняття — фіксація прогресу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Ролі в команді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84632" y="1161288"/>
            <a:ext cx="640080" cy="640080"/>
          </a:xfrm>
          <a:prstGeom prst="ellipse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84632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2704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Стежить за планом та комунікацією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66BB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873752" y="1161288"/>
            <a:ext cx="640080" cy="640080"/>
          </a:xfrm>
          <a:prstGeom prst="ellipse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73752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0" y="11430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52704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/ Back-end · Власні задачі кожного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411480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84632" y="2990088"/>
            <a:ext cx="640080" cy="640080"/>
          </a:xfrm>
          <a:prstGeom prst="ellipse">
            <a:avLst/>
          </a:prstGeom>
          <a:solidFill>
            <a:srgbClr val="FFD54F">
              <a:alpha val="80000"/>
            </a:srgbClr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84632" y="2990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9718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Відповідальний за якість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35584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Перевіряє, чи все працює правильно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11480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FF8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873752" y="2990088"/>
            <a:ext cx="640080" cy="640080"/>
          </a:xfrm>
          <a:prstGeom prst="ellipse">
            <a:avLst/>
          </a:prstGeom>
          <a:solidFill>
            <a:srgbClr val="FF8A65">
              <a:alpha val="80000"/>
            </a:srgbClr>
          </a:solidFill>
          <a:ln w="12700">
            <a:solidFill>
              <a:srgbClr val="FF8A6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73752" y="2990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0" y="29718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Відповідальний за презентацію </a:t>
            </a:r>
            <a:r>
              <a:rPr lang="en-US" sz="14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uk-UA" sz="14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документацію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335584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Готує коротке пояснення результату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11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1D4FA"/>
                </a:solidFill>
              </a:rPr>
              <a:t>💡  У команді з 2 студентів ролі поєднуються — кожен відповідає за кілька напрямків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Критерії оцінювання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627632"/>
          </a:xfrm>
          <a:prstGeom prst="rect">
            <a:avLst/>
          </a:prstGeom>
          <a:solidFill>
            <a:srgbClr val="16203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Ідея та ціль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41732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Чіткість ідеї та сформульована ціль проєкту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743200" cy="1627632"/>
          </a:xfrm>
          <a:prstGeom prst="rect">
            <a:avLst/>
          </a:prstGeom>
          <a:solidFill>
            <a:srgbClr val="162030"/>
          </a:solidFill>
          <a:ln w="12700">
            <a:solidFill>
              <a:srgbClr val="66BB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743200" cy="38404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172968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Організація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82696" y="141732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Командна організація та розподіл задач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17336" y="960120"/>
            <a:ext cx="2743200" cy="1627632"/>
          </a:xfrm>
          <a:prstGeom prst="rect">
            <a:avLst/>
          </a:prstGeom>
          <a:solidFill>
            <a:srgbClr val="162030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6117336" y="960120"/>
            <a:ext cx="2743200" cy="38404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117336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Реалізація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27064" y="141732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виконання та реалістичність плану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43200" cy="1627632"/>
          </a:xfrm>
          <a:prstGeom prst="rect">
            <a:avLst/>
          </a:prstGeom>
          <a:solidFill>
            <a:srgbClr val="162030"/>
          </a:solidFill>
          <a:ln w="12700">
            <a:solidFill>
              <a:srgbClr val="FF8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2743200" cy="38404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228600" y="2880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Внесок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" y="333756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Індивідуальний внесок кожного учасника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72968" y="2880360"/>
            <a:ext cx="2743200" cy="1627632"/>
          </a:xfrm>
          <a:prstGeom prst="rect">
            <a:avLst/>
          </a:prstGeom>
          <a:solidFill>
            <a:srgbClr val="162030"/>
          </a:solidFill>
          <a:ln w="1270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172968" y="2880360"/>
            <a:ext cx="2743200" cy="38404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3172968" y="2880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Презентація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82696" y="333756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Уміння представити і пояснити результат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17336" y="2880360"/>
            <a:ext cx="2743200" cy="1627632"/>
          </a:xfrm>
          <a:prstGeom prst="rect">
            <a:avLst/>
          </a:prstGeom>
          <a:solidFill>
            <a:srgbClr val="162030"/>
          </a:solidFill>
          <a:ln w="12700">
            <a:solidFill>
              <a:srgbClr val="81D4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6117336" y="2880360"/>
            <a:ext cx="2743200" cy="384048"/>
          </a:xfrm>
          <a:prstGeom prst="rect">
            <a:avLst/>
          </a:prstGeom>
          <a:solidFill>
            <a:srgbClr val="81D4FA"/>
          </a:solidFill>
          <a:ln w="12700">
            <a:solidFill>
              <a:srgbClr val="81D4F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6117336" y="2880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Рефлексія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27064" y="333756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вдалося, що складно, що можна покращити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трьох проєктних занять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16203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Заняття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Старт і планування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801368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77240" y="17190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Формування команд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" y="2532888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777240" y="245059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ідеї проєкту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" y="3264408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777240" y="31821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ролей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" y="3995928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777240" y="391363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задач і план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017520" y="2697480"/>
            <a:ext cx="201168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3218688" y="914400"/>
            <a:ext cx="2743200" cy="3931920"/>
          </a:xfrm>
          <a:prstGeom prst="rect">
            <a:avLst/>
          </a:prstGeom>
          <a:solidFill>
            <a:srgbClr val="162030"/>
          </a:solidFill>
          <a:ln w="12700">
            <a:solidFill>
              <a:srgbClr val="66BB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3218688" y="914400"/>
            <a:ext cx="2743200" cy="6858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3218688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Заняття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18688" y="1207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Активна реалізація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19856" y="1801368"/>
            <a:ext cx="201168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3721608" y="17190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функціоналу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419856" y="2532888"/>
            <a:ext cx="201168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3721608" y="245059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Проміжна перевірка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419856" y="3264408"/>
            <a:ext cx="201168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3721608" y="31821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Корекція плану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419856" y="3995928"/>
            <a:ext cx="201168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3721608" y="391363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Вирішення блокерів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61888" y="2697480"/>
            <a:ext cx="201168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6163056" y="914400"/>
            <a:ext cx="2743200" cy="3931920"/>
          </a:xfrm>
          <a:prstGeom prst="rect">
            <a:avLst/>
          </a:prstGeom>
          <a:solidFill>
            <a:srgbClr val="162030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6163056" y="914400"/>
            <a:ext cx="2743200" cy="6858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6163056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Заняття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63056" y="1207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Завершення і демо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64224" y="1801368"/>
            <a:ext cx="201168" cy="201168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6665976" y="17190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Фінальне тестування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64224" y="2532888"/>
            <a:ext cx="201168" cy="201168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6665976" y="245059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Підготовка демонстрації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364224" y="3264408"/>
            <a:ext cx="201168" cy="201168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6665976" y="31821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Презентація результату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364224" y="3995928"/>
            <a:ext cx="201168" cy="201168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6665976" y="391363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Командна рефлексія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Цілі першого заняття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93776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" cy="4937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7589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Зрозуміти формат проєктної роботи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499616"/>
            <a:ext cx="8412480" cy="4937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365760" y="1499616"/>
            <a:ext cx="54864" cy="4937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02920" y="1499616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499616"/>
            <a:ext cx="7589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Сформувати команди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8412480" cy="493776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" y="2084832"/>
            <a:ext cx="54864" cy="4937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02920" y="208483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084832"/>
            <a:ext cx="7589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ідею проєкту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8412480" cy="4937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54864" cy="4937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02920" y="2670048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670048"/>
            <a:ext cx="7589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Визначити ціль проєкту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255264"/>
            <a:ext cx="8412480" cy="493776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65760" y="3255264"/>
            <a:ext cx="54864" cy="4937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02920" y="3255264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255264"/>
            <a:ext cx="7589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Розподілити ролі в команді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49377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54864" cy="4937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02920" y="3840480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840480"/>
            <a:ext cx="7589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Скласти початковий список задач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65760" y="4425696"/>
            <a:ext cx="8412480" cy="493776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365760" y="4425696"/>
            <a:ext cx="54864" cy="4937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02920" y="4425696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425696"/>
            <a:ext cx="7589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Підготувати план роботи на наступні заняття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 1 —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749808"/>
          </a:xfrm>
          <a:prstGeom prst="rect">
            <a:avLst/>
          </a:prstGeom>
          <a:solidFill>
            <a:srgbClr val="16203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84632" y="1143000"/>
            <a:ext cx="384048" cy="38404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8463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 або робоча назва проєкту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749808"/>
          </a:xfrm>
          <a:prstGeom prst="rect">
            <a:avLst/>
          </a:prstGeom>
          <a:solidFill>
            <a:srgbClr val="16203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873752" y="1143000"/>
            <a:ext cx="384048" cy="38404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7375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10058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опис ідеї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4114800" cy="749808"/>
          </a:xfrm>
          <a:prstGeom prst="rect">
            <a:avLst/>
          </a:prstGeom>
          <a:solidFill>
            <a:srgbClr val="162030"/>
          </a:solidFill>
          <a:ln w="12700">
            <a:solidFill>
              <a:srgbClr val="66BB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84632" y="2057400"/>
            <a:ext cx="384048" cy="38404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463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9202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 проєкту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1874520"/>
            <a:ext cx="4114800" cy="749808"/>
          </a:xfrm>
          <a:prstGeom prst="rect">
            <a:avLst/>
          </a:prstGeom>
          <a:solidFill>
            <a:srgbClr val="162030"/>
          </a:solidFill>
          <a:ln w="12700">
            <a:solidFill>
              <a:srgbClr val="66BB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873752" y="2057400"/>
            <a:ext cx="384048" cy="38404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87375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19202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 команди та ролі обох учасників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4114800" cy="749808"/>
          </a:xfrm>
          <a:prstGeom prst="rect">
            <a:avLst/>
          </a:prstGeom>
          <a:solidFill>
            <a:srgbClr val="162030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484632" y="2971800"/>
            <a:ext cx="384048" cy="384048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84632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8346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основних задач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2788920"/>
            <a:ext cx="4114800" cy="749808"/>
          </a:xfrm>
          <a:prstGeom prst="rect">
            <a:avLst/>
          </a:prstGeom>
          <a:solidFill>
            <a:srgbClr val="162030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4873752" y="2971800"/>
            <a:ext cx="384048" cy="384048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873752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8346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роботи до заняття 2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20040" y="3785616"/>
            <a:ext cx="8503920" cy="607341"/>
          </a:xfrm>
          <a:prstGeom prst="rect">
            <a:avLst/>
          </a:prstGeom>
          <a:solidFill>
            <a:srgbClr val="162030"/>
          </a:solidFill>
          <a:ln w="12700">
            <a:solidFill>
              <a:srgbClr val="FF8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02920" y="3877056"/>
            <a:ext cx="384048" cy="384048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0292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3730752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Розуміння, що саме буде демонструватися наприкінці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командної роботи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162030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58368" cy="658368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996696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Домовлятися про рішення всередині команди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658368"/>
          </a:xfrm>
          <a:prstGeom prst="rect">
            <a:avLst/>
          </a:prstGeom>
          <a:solidFill>
            <a:srgbClr val="162030"/>
          </a:solidFill>
          <a:ln w="12700">
            <a:solidFill>
              <a:srgbClr val="66BB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658368" cy="658368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65760" y="17647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1801368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Фіксувати задачі та відповідальних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8412480" cy="658368"/>
          </a:xfrm>
          <a:prstGeom prst="rect">
            <a:avLst/>
          </a:prstGeom>
          <a:solidFill>
            <a:srgbClr val="162030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" y="2569464"/>
            <a:ext cx="658368" cy="658368"/>
          </a:xfrm>
          <a:prstGeom prst="rect">
            <a:avLst/>
          </a:prstGeom>
          <a:solidFill>
            <a:srgbClr val="FFD54F">
              <a:alpha val="80000"/>
            </a:srgbClr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65760" y="25694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2606040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залишати всю роботу одній людині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8412480" cy="658368"/>
          </a:xfrm>
          <a:prstGeom prst="rect">
            <a:avLst/>
          </a:prstGeom>
          <a:solidFill>
            <a:srgbClr val="162030"/>
          </a:solidFill>
          <a:ln w="12700">
            <a:solidFill>
              <a:srgbClr val="FF8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658368" cy="658368"/>
          </a:xfrm>
          <a:prstGeom prst="rect">
            <a:avLst/>
          </a:prstGeom>
          <a:solidFill>
            <a:srgbClr val="FF8A65">
              <a:alpha val="80000"/>
            </a:srgbClr>
          </a:solidFill>
          <a:ln w="12700">
            <a:solidFill>
              <a:srgbClr val="FF8A6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65760" y="3374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3000" y="3410712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Показувати реальний прогрес, навіть якщо результат ще неповний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178808"/>
            <a:ext cx="8412480" cy="658368"/>
          </a:xfrm>
          <a:prstGeom prst="rect">
            <a:avLst/>
          </a:prstGeom>
          <a:solidFill>
            <a:srgbClr val="162030"/>
          </a:solidFill>
          <a:ln w="1270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65760" y="4178808"/>
            <a:ext cx="658368" cy="658368"/>
          </a:xfrm>
          <a:prstGeom prst="rect">
            <a:avLst/>
          </a:prstGeom>
          <a:solidFill>
            <a:srgbClr val="CE93D8">
              <a:alpha val="80000"/>
            </a:srgbClr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365760" y="4178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4215384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Своєчасно повідомляти про проблеми або блокери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162030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96012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Проєктний блок складається з трьох занять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713232"/>
          </a:xfrm>
          <a:prstGeom prst="rect">
            <a:avLst/>
          </a:prstGeom>
          <a:solidFill>
            <a:srgbClr val="162030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мета — навчитися працювати над спільним результатом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8412480" cy="713232"/>
          </a:xfrm>
          <a:prstGeom prst="rect">
            <a:avLst/>
          </a:prstGeom>
          <a:solidFill>
            <a:srgbClr val="162030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88720" y="269748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Перше заняття присвячене старту й плануванню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412480" cy="713232"/>
          </a:xfrm>
          <a:prstGeom prst="rect">
            <a:avLst/>
          </a:prstGeom>
          <a:solidFill>
            <a:srgbClr val="162030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8720" y="356616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Успіх залежить від командної організації та внеску кожного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428</Words>
  <Application>Microsoft Macintosh PowerPoint</Application>
  <PresentationFormat>On-screen Show (16:9)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Командний проєкт — Заняття 1</dc:title>
  <dc:subject>PptxGenJS Presentation</dc:subject>
  <dc:creator>PptxGenJS</dc:creator>
  <cp:lastModifiedBy>Штефан Дмитро</cp:lastModifiedBy>
  <cp:revision>4</cp:revision>
  <dcterms:created xsi:type="dcterms:W3CDTF">2026-05-24T12:19:15Z</dcterms:created>
  <dcterms:modified xsi:type="dcterms:W3CDTF">2026-05-26T14:32:14Z</dcterms:modified>
</cp:coreProperties>
</file>